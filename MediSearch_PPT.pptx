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73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708D-AA49-C282-92CA-9C4B0B3C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94717-7733-ED8E-8451-70ACAA0E0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B9CE5-1AC4-357A-21DA-CFC4C18D5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E2590-06D2-3765-F2F0-CFE2FFF80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95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Patient Repository for Efficient Medical Record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- 3  (25CS2103E)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A.Y. 2026-2027   |   Team Number: 3   |   Section: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V. Sireesha, Professor, Department of CSE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389120" cy="146304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Rohan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2520030195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828800"/>
            <a:ext cx="4389120" cy="146304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Jithin Reddy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2520030508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V. Sireesha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- 500090, Telangana, India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information is often scattered across paper files, spreadsheets, and disconnected systems. Doctors lose time searching instead of treating patients.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retrieval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429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single patient record can take minutes instead of seconds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74320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3429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Diagnoses, prescriptions, and lab reports live in separate places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274320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related cases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3429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find similar past cases to guide a diagnosis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and Their Limits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319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8096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515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familiar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0" y="2011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easy to lose, cannot be searched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hospital EHR software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063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storage, structured fields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3063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limited to exact matches, no case linking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spreadsheets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31920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set up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4114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search, breaks down as data grows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093208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4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(this project)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31920" y="5166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search, related case matching, all records in one place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0" y="5166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scale of a single institution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details, diagnoses, prescriptions, lab reports, and appointment history are kept in one central database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502920" cy="502920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40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43400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search records directly instead of browsing folders or 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502920" cy="502920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63840" y="2971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identifies similar past cases to help guide diagnosis and treatment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332720" cy="3291840"/>
          </a:xfrm>
          <a:prstGeom prst="roundRect">
            <a:avLst>
              <a:gd name="adj" fmla="val 1667"/>
            </a:avLst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2860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improves the organization and accessibility of medical information, providing a practical solution for efficient patient record management and information retrieval in healthcare settings.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A932A-A141-9D44-0410-73D628A0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B7D20F-5568-CE05-EF54-7B5C17048E8A}"/>
              </a:ext>
            </a:extLst>
          </p:cNvPr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BEA686-2730-9699-80EA-94DDF4781527}"/>
              </a:ext>
            </a:extLst>
          </p:cNvPr>
          <p:cNvSpPr/>
          <p:nvPr/>
        </p:nvSpPr>
        <p:spPr>
          <a:xfrm>
            <a:off x="822960" y="1828800"/>
            <a:ext cx="10332720" cy="3291840"/>
          </a:xfrm>
          <a:prstGeom prst="roundRect">
            <a:avLst>
              <a:gd name="adj" fmla="val 1667"/>
            </a:avLst>
          </a:prstGeom>
          <a:solidFill>
            <a:srgbClr val="F4F4F4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8D1BF8-B108-31D6-4203-ED6E8D89DBC3}"/>
              </a:ext>
            </a:extLst>
          </p:cNvPr>
          <p:cNvSpPr/>
          <p:nvPr/>
        </p:nvSpPr>
        <p:spPr>
          <a:xfrm>
            <a:off x="1280160" y="22860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improves the organization and accessibility of medical information, providing a practical solution for efficient patient record management and information retrieval in healthcare settings.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09C932-06D1-A70E-4524-89F70FD17DBC}"/>
              </a:ext>
            </a:extLst>
          </p:cNvPr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C370D4E-C6E0-31F4-8CB2-34A2AD76CBC0}"/>
              </a:ext>
            </a:extLst>
          </p:cNvPr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7959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5029200" cy="2011680"/>
          </a:xfrm>
          <a:prstGeom prst="roundRect">
            <a:avLst>
              <a:gd name="adj" fmla="val 2727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/ CORE LOGIC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880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 |  Team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386</Words>
  <Application>Microsoft Office PowerPoint</Application>
  <PresentationFormat>Widescreen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Gurrala Jithin Reddy</cp:lastModifiedBy>
  <cp:revision>2</cp:revision>
  <dcterms:created xsi:type="dcterms:W3CDTF">2026-08-13T09:10:56Z</dcterms:created>
  <dcterms:modified xsi:type="dcterms:W3CDTF">2026-10-12T04:53:10Z</dcterms:modified>
</cp:coreProperties>
</file>